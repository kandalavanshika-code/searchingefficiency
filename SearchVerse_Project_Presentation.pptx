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43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17369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6600" b="1" dirty="0">
                <a:solidFill>
                  <a:schemeClr val="bg1"/>
                </a:solidFill>
              </a:rPr>
              <a:t>SEARCHVERSE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72491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Intelligent Search Algorithm Laboratory</a:t>
            </a:r>
          </a:p>
          <a:p>
            <a:pPr marL="0" indent="0">
              <a:buNone/>
            </a:pP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7249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 |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1783080" y="1911096"/>
            <a:ext cx="1371600" cy="13716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1911096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3741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Vanshika Kandala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7581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913631"/>
            <a:ext cx="45719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77939" y="1161288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911096"/>
            <a:ext cx="1371600" cy="13716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11096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212080" y="33741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Sree Kandur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37581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2510030401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 flipH="1" flipV="1">
            <a:off x="9006839" y="3913632"/>
            <a:ext cx="85899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4069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554480"/>
          </a:xfrm>
          <a:prstGeom prst="rect">
            <a:avLst/>
          </a:prstGeom>
          <a:solidFill>
            <a:srgbClr val="1A2D40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4300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IN" sz="1600" dirty="0">
                <a:solidFill>
                  <a:schemeClr val="bg1"/>
                </a:solidFill>
              </a:rPr>
              <a:t>Students learning Data Structures and Algorithms often struggle to understand how different search algorithms behave in real-world scenarios. Traditional learning methods focus on theory but do not provide sufficient visualization, performance analysis, or comparative evaluation</a:t>
            </a:r>
            <a:r>
              <a:rPr lang="en-IN" dirty="0"/>
              <a:t>.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1691640"/>
          </a:xfrm>
          <a:prstGeom prst="rect">
            <a:avLst/>
          </a:prstGeom>
          <a:solidFill>
            <a:srgbClr val="1A2D40"/>
          </a:solidFill>
          <a:ln w="19050">
            <a:solidFill>
              <a:srgbClr val="148F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7589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</a:t>
            </a:r>
            <a:r>
              <a:rPr lang="en-IN" sz="1400" dirty="0">
                <a:solidFill>
                  <a:schemeClr val="bg1"/>
                </a:solidFill>
              </a:rPr>
              <a:t>We developed Search Verse, an interactive web application that combines visualization, benchmarking, analytics, dataset generation, and simulation into a single learning platform. The system enables users to compare multiple search algorithms and understand their efficiency through real-time execution and performance metrics.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Storing Techniques in One Webpage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(1/2)  —  Planning &amp;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594360" cy="11338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5943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8992" y="11704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78992" y="150876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Identified the need for a unified platform to visualize and compare multiple search algorithms. Selected Linear Search, Binary Search, Jump Search, Interpolation Search, Exponential Search, Fibonacci Search, and Ternary Search for implementation.</a:t>
            </a: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841248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13432"/>
            <a:ext cx="594360" cy="11338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13432"/>
            <a:ext cx="5943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24048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Architecture Design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992" y="274320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Dashboard provides system overview, Visualizer demonstrates algorithm execution, Race Mode compares multiple algorithms, Analytics displays performance statistics, and Benchmark Lab evaluates efficiency.</a:t>
            </a: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841248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47872"/>
            <a:ext cx="594360" cy="11338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47872"/>
            <a:ext cx="5943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36393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78992" y="397764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React, TypeScript, Vite, Tailwind CSS, Zu stand, Recharts, Framer Motion, Papa Parse, and </a:t>
            </a:r>
            <a:r>
              <a:rPr lang="en-IN" sz="1100" dirty="0" err="1"/>
              <a:t>js</a:t>
            </a:r>
            <a:r>
              <a:rPr lang="en-IN" sz="1100" dirty="0"/>
              <a:t> PDF were selected to build a responsive and interactive web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(2/2)  —  Implementation &amp;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594360" cy="113385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5943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8992" y="11704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 Search Algorithm Implementation</a:t>
            </a:r>
            <a:endParaRPr lang="en-US" sz="1350" b="1" dirty="0"/>
          </a:p>
        </p:txBody>
      </p:sp>
      <p:sp>
        <p:nvSpPr>
          <p:cNvPr id="8" name="Text 6"/>
          <p:cNvSpPr/>
          <p:nvPr/>
        </p:nvSpPr>
        <p:spPr>
          <a:xfrm>
            <a:off x="1078992" y="150876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Implemented seven search algorithms with step-by-step visualization, complexity tracking, and comparison support. Each algorithm was integrated into the visualization and benchmarking 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841248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13432"/>
            <a:ext cx="594360" cy="113385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13432"/>
            <a:ext cx="5943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24048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Analytics &amp; Benchmarking</a:t>
            </a:r>
            <a:endParaRPr lang="en-US" sz="1350" b="1" dirty="0"/>
          </a:p>
        </p:txBody>
      </p:sp>
      <p:sp>
        <p:nvSpPr>
          <p:cNvPr id="13" name="Text 11"/>
          <p:cNvSpPr/>
          <p:nvPr/>
        </p:nvSpPr>
        <p:spPr>
          <a:xfrm>
            <a:off x="1078992" y="274320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Developed modules for execution-time measurement, comparison counting, complexity analysis, and performance benchmarking using different dataset sizes.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841248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47872"/>
            <a:ext cx="594360" cy="113385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47872"/>
            <a:ext cx="5943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36393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Testing &amp; Validation</a:t>
            </a:r>
            <a:endParaRPr lang="en-US" sz="1350" b="1" dirty="0"/>
          </a:p>
        </p:txBody>
      </p:sp>
      <p:sp>
        <p:nvSpPr>
          <p:cNvPr id="18" name="Text 16"/>
          <p:cNvSpPr/>
          <p:nvPr/>
        </p:nvSpPr>
        <p:spPr>
          <a:xfrm>
            <a:off x="1078992" y="397764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application was tested with random, sorted, and custom datasets. Functional testing, performance testing, and interface validation were performed to ensure accuracy and reliability.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&amp; Results ,Output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2687" y="1005840"/>
            <a:ext cx="841248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0" y="10515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0" y="10515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12080" y="10515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02927" y="1051560"/>
            <a:ext cx="166947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Time Complexity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0" y="105156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451956"/>
            <a:ext cx="8412480" cy="530352"/>
          </a:xfrm>
          <a:prstGeom prst="rect">
            <a:avLst/>
          </a:prstGeom>
          <a:solidFill>
            <a:srgbClr val="162840"/>
          </a:solidFill>
          <a:ln w="12700">
            <a:solidFill>
              <a:srgbClr val="253A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1965613" y="1572768"/>
            <a:ext cx="14772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Linear Search</a:t>
            </a:r>
            <a:endParaRPr lang="en-US" sz="105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1517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15179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0" y="15179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66560" y="151790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0" y="151790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2687" y="2016252"/>
            <a:ext cx="8412480" cy="530352"/>
          </a:xfrm>
          <a:prstGeom prst="rect">
            <a:avLst/>
          </a:prstGeom>
          <a:solidFill>
            <a:srgbClr val="1A2D40"/>
          </a:solidFill>
          <a:ln w="12700">
            <a:solidFill>
              <a:srgbClr val="253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614" y="2084832"/>
            <a:ext cx="15465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Binary</a:t>
            </a:r>
            <a:r>
              <a:rPr lang="en-IN" sz="1050" dirty="0"/>
              <a:t> </a:t>
            </a:r>
            <a:r>
              <a:rPr lang="en-IN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Search</a:t>
            </a:r>
            <a:endParaRPr lang="en-US" sz="105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86000" y="20848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20848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20848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0" y="20848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208483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569464"/>
            <a:ext cx="8412480" cy="530352"/>
          </a:xfrm>
          <a:prstGeom prst="rect">
            <a:avLst/>
          </a:prstGeom>
          <a:solidFill>
            <a:srgbClr val="162840"/>
          </a:solidFill>
          <a:ln w="12700">
            <a:solidFill>
              <a:srgbClr val="253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613" y="2651760"/>
            <a:ext cx="147724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Fibonacci Search</a:t>
            </a:r>
            <a:endParaRPr lang="en-US" sz="105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856509" y="2651760"/>
            <a:ext cx="18010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1208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0" y="2651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0" y="26517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2687" y="3150108"/>
            <a:ext cx="8412480" cy="530352"/>
          </a:xfrm>
          <a:prstGeom prst="rect">
            <a:avLst/>
          </a:prstGeom>
          <a:solidFill>
            <a:srgbClr val="1A2D40"/>
          </a:solidFill>
          <a:ln w="12700">
            <a:solidFill>
              <a:srgbClr val="253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56509" y="3218688"/>
            <a:ext cx="14547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Exponential Search</a:t>
            </a:r>
            <a:endParaRPr lang="en-US" sz="105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2286000" y="3218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0" y="32186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12080" y="32186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66560" y="32186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0" y="321868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3703320"/>
            <a:ext cx="8412480" cy="530352"/>
          </a:xfrm>
          <a:prstGeom prst="rect">
            <a:avLst/>
          </a:prstGeom>
          <a:solidFill>
            <a:srgbClr val="162840"/>
          </a:solidFill>
          <a:ln w="12700">
            <a:solidFill>
              <a:srgbClr val="253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65614" y="3785616"/>
            <a:ext cx="14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Ternary Search</a:t>
            </a:r>
            <a:endParaRPr lang="en-US" sz="105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2286000" y="37856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57600" y="378561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12080" y="378561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66560" y="378561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3 n)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0" y="378561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Storing Techniques in One Webpage</a:t>
            </a:r>
            <a:endParaRPr lang="en-US" sz="1000" dirty="0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FDCAFFC1-EEA8-84D5-BFCF-43A1D869B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243755"/>
              </p:ext>
            </p:extLst>
          </p:nvPr>
        </p:nvGraphicFramePr>
        <p:xfrm>
          <a:off x="1965614" y="1024128"/>
          <a:ext cx="1123950" cy="365760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1910521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5319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 —  </a:t>
            </a:r>
            <a:r>
              <a:rPr lang="en-IN" sz="3200" b="1" dirty="0">
                <a:solidFill>
                  <a:schemeClr val="bg1"/>
                </a:solidFill>
              </a:rPr>
              <a:t>Search Algorithm Visualization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Students often find it difficult to understand how search algorithms process data step-by-step.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our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42032"/>
            <a:ext cx="393192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Visualizer Module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Displays array elements, search boundaries, current position, comparisons, and execution progress in real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54203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542032"/>
            <a:ext cx="393192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542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Search Engine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 err="1"/>
              <a:t>xecutes</a:t>
            </a:r>
            <a:r>
              <a:rPr lang="en-IN" sz="1100" dirty="0"/>
              <a:t> the selected algorithm while updating the visualization at each step.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39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✔ </a:t>
            </a:r>
            <a:r>
              <a:rPr lang="en-IN" sz="1400" dirty="0"/>
              <a:t>Users can clearly observe algorithm execution and understand the logic behind each search operation</a:t>
            </a: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 —  </a:t>
            </a:r>
            <a:r>
              <a:rPr lang="en-IN" sz="3200" b="1" dirty="0">
                <a:solidFill>
                  <a:schemeClr val="bg1"/>
                </a:solidFill>
              </a:rPr>
              <a:t>Algorithm Race Mode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Users need to compare multiple search algorithms on the same dataset to identify the most efficient technique.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our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42032"/>
            <a:ext cx="393192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Race Mode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Runs multiple algorithms simultaneously on identical input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54203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542032"/>
            <a:ext cx="393192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542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Analytics Module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Measures execution time, comparisons, and performance rankings.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39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✔</a:t>
            </a:r>
            <a:r>
              <a:rPr lang="en-IN" sz="1400" dirty="0"/>
              <a:t>Users can instantly compare efficiency and determine the best-performing algorithm.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 —  </a:t>
            </a:r>
            <a:r>
              <a:rPr lang="en-IN" sz="3200" b="1" dirty="0">
                <a:solidFill>
                  <a:schemeClr val="bg1"/>
                </a:solidFill>
              </a:rPr>
              <a:t>Benchmarking &amp; Complexity Analysis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Developers and students need quantitative data to evaluate algorithm performance across different dataset sizes.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our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42032"/>
            <a:ext cx="3931920" cy="347472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Benchmark Lab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Executes large-scale performance tests using generated datasets.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54203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542032"/>
            <a:ext cx="3931920" cy="347472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542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Complexity Playground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Visualizes algorithm growth rates and theoretical complexity classes.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✔</a:t>
            </a:r>
            <a:r>
              <a:rPr lang="en-IN" sz="1400" dirty="0"/>
              <a:t>Users gain practical understanding of scalability, efficiency, and algorithm selection.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84124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548640" cy="5486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15568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Search Verse successfully integrates visualization, benchmarking, analytics, simulation, and learning resources into a single platform for search algorithms.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8412480" cy="84124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A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30552"/>
            <a:ext cx="548640" cy="5486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075688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Seven search algorithms were implemented and evaluated using performance metrics, complexity analysis, and real-time visualization.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8412480" cy="84124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90672"/>
            <a:ext cx="548640" cy="5486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035808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Interactive modules such as Race Mode, Benchmark Lab, and Analytics help users understand algorithm efficiency through practical experimentation.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904488"/>
            <a:ext cx="8412480" cy="841248"/>
          </a:xfrm>
          <a:prstGeom prst="rect">
            <a:avLst/>
          </a:prstGeom>
          <a:solidFill>
            <a:srgbClr val="162840"/>
          </a:solidFill>
          <a:ln w="12700">
            <a:solidFill>
              <a:srgbClr val="253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50792"/>
            <a:ext cx="548640" cy="5486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50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995928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Future Scope: AI-based algorithm recommendations, cloud dataset storage, additional search techniques, and advanced reporting capabilities.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Vanshika Kandala (2510030003)  | Bhavya Sree Kandur(2510030401)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717</Words>
  <Application>Microsoft Office PowerPoint</Application>
  <PresentationFormat>On-screen Show (16:9)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Storing Techniques in One Webpage</dc:title>
  <dc:subject>PptxGenJS Presentation</dc:subject>
  <dc:creator>PptxGenJS</dc:creator>
  <cp:lastModifiedBy>Bhavya Sree Kandur</cp:lastModifiedBy>
  <cp:revision>4</cp:revision>
  <dcterms:created xsi:type="dcterms:W3CDTF">2026-06-08T16:18:50Z</dcterms:created>
  <dcterms:modified xsi:type="dcterms:W3CDTF">2026-06-11T13:52:26Z</dcterms:modified>
</cp:coreProperties>
</file>